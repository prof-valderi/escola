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7D8A39-D24A-41C7-9B9D-E8789E88BF68}">
  <a:tblStyle styleId="{107D8A39-D24A-41C7-9B9D-E8789E88BF6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a611adb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a611adb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7a611adb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7a611adb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7a611adb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7a611adb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7a611adb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7a611adb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7a611adb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7a611adb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7a611adb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7a611adb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7a611adb3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7a611adb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7a611adb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7a611adb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Heidegger e a Crítica ao Platonismo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“Desde Platão, o ser foi pensado a partir do ente.”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(Heidegger, Introdução à Metafísica)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5773575" y="43074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</a:rPr>
              <a:t>Professor Valderi da Silva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1. Estrutura Dualista</a:t>
            </a:r>
            <a:endParaRPr/>
          </a:p>
        </p:txBody>
      </p:sp>
      <p:graphicFrame>
        <p:nvGraphicFramePr>
          <p:cNvPr id="67" name="Google Shape;67;p14"/>
          <p:cNvGraphicFramePr/>
          <p:nvPr/>
        </p:nvGraphicFramePr>
        <p:xfrm>
          <a:off x="491650" y="118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{107D8A39-D24A-41C7-9B9D-E8789E88BF68}</a:tableStyleId>
              </a:tblPr>
              <a:tblGrid>
                <a:gridCol w="1645850"/>
                <a:gridCol w="2512775"/>
                <a:gridCol w="3706325"/>
              </a:tblGrid>
              <a:tr h="430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Categoria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Platão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Heidegger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Mundo Sensível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Aparência, mutabilidade, devir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Lugar legítimo do desvelar do Ser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Mundo Inteligível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Verdadeiro Ser, Ideias eternas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Falsa separação: o Ser não é “fora” do mundo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Verdade (Aletheia)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Adequação (correspondência)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Desocultamento (revelação)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Ser (Sein)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Identificado à Ideia (ousia)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Evento, manifestação (Ereignis)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8" name="Google Shape;68;p14"/>
          <p:cNvSpPr txBox="1"/>
          <p:nvPr/>
        </p:nvSpPr>
        <p:spPr>
          <a:xfrm>
            <a:off x="1890900" y="4386350"/>
            <a:ext cx="5362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📘 </a:t>
            </a:r>
            <a:r>
              <a:rPr i="1" lang="pt-BR" sz="1100">
                <a:solidFill>
                  <a:schemeClr val="dk1"/>
                </a:solidFill>
              </a:rPr>
              <a:t>Platão reduz o ser ao permanente; Heidegger o restitui ao tempo e ao aparecer.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2. Diagnóstico Heideggeriano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29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PLATONISMO = ESQUECIMENTO DO SER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/>
              <a:t>↓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/>
              <a:t>A Filosofia Ocidental pensa o ser como “presença constante”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/>
              <a:t>↓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/>
              <a:t>Busca o imutável, o ideal, o representável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/>
              <a:t>↓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/>
              <a:t>Esquece o ser como abertura (aletheia)</a:t>
            </a:r>
            <a:endParaRPr sz="1500"/>
          </a:p>
        </p:txBody>
      </p:sp>
      <p:sp>
        <p:nvSpPr>
          <p:cNvPr id="75" name="Google Shape;75;p15"/>
          <p:cNvSpPr txBox="1"/>
          <p:nvPr/>
        </p:nvSpPr>
        <p:spPr>
          <a:xfrm>
            <a:off x="1995450" y="4265050"/>
            <a:ext cx="515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“Desde Platão, a verdade foi transformada em exatidão, e o ser, em presença.”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— </a:t>
            </a:r>
            <a:r>
              <a:rPr i="1" lang="pt-BR" sz="1100">
                <a:solidFill>
                  <a:schemeClr val="dk1"/>
                </a:solidFill>
              </a:rPr>
              <a:t>Heidegger, A Doutrina de Platão sobre a Verdade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O Mito da Caverna (Reinterpretação)</a:t>
            </a:r>
            <a:endParaRPr/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515925" y="120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{107D8A39-D24A-41C7-9B9D-E8789E88BF68}</a:tableStyleId>
              </a:tblPr>
              <a:tblGrid>
                <a:gridCol w="1173775"/>
                <a:gridCol w="3223450"/>
                <a:gridCol w="36088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Elemento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Platão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Heidegger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Sombras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Aparências ilusórias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Modos do aparecer do Ser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Luz / Sol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Ideia do Bem (Ser)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Evento de desvelamento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Subida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Conversão da alma às Ideias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Retorno ao desvelar originário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Verdade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Contemplação das Formas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Abertura da presença no mundo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" name="Google Shape;82;p16"/>
          <p:cNvSpPr txBox="1"/>
          <p:nvPr/>
        </p:nvSpPr>
        <p:spPr>
          <a:xfrm>
            <a:off x="1455750" y="3871225"/>
            <a:ext cx="623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Heidegger vê o mito não como fuga do sensível, mas como </a:t>
            </a:r>
            <a:r>
              <a:rPr b="1" lang="pt-BR" sz="1100">
                <a:solidFill>
                  <a:schemeClr val="dk1"/>
                </a:solidFill>
              </a:rPr>
              <a:t>experiência de desocultamento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4. Consequências do Platonismo</a:t>
            </a:r>
            <a:endParaRPr/>
          </a:p>
        </p:txBody>
      </p:sp>
      <p:graphicFrame>
        <p:nvGraphicFramePr>
          <p:cNvPr id="88" name="Google Shape;88;p17"/>
          <p:cNvGraphicFramePr/>
          <p:nvPr/>
        </p:nvGraphicFramePr>
        <p:xfrm>
          <a:off x="1495425" y="149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{107D8A39-D24A-41C7-9B9D-E8789E88BF68}</a:tableStyleId>
              </a:tblPr>
              <a:tblGrid>
                <a:gridCol w="1352550"/>
                <a:gridCol w="48006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Aspecto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Consequência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Ontologia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Ser reduzido à essência (ousia)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Epistemologia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Verdade = correspondência entre mente e Ideia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Metafísica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Dualismo ser/aparência, inteligível/sensível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História da Filosofia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Aristóteles → Tomás → Descartes → Hegel: todos pensam o Ser “como ente”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5. Proposta Heideggeriana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Destruição da História da Ontologia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→ Retornar ao sentido originário de Ser (pré-socrático)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→ Superar a metafísica da presença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→ Pensar o Ser como acontecimento (Ereignis)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→ Pensar a verdade como desvelamento (Aletheia)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→ Habitar poeticamente o mundo</a:t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091900" y="4301400"/>
            <a:ext cx="496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“Destruir é retornar à fonte do pensar, não demolir, mas liberar o não-dito.”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— </a:t>
            </a:r>
            <a:r>
              <a:rPr i="1" lang="pt-BR" sz="1100">
                <a:solidFill>
                  <a:schemeClr val="dk1"/>
                </a:solidFill>
              </a:rPr>
              <a:t>Heidegger, Ser e Tempo</a:t>
            </a:r>
            <a:r>
              <a:rPr lang="pt-BR" sz="1100">
                <a:solidFill>
                  <a:schemeClr val="dk1"/>
                </a:solidFill>
              </a:rPr>
              <a:t>, §6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6. Síntese Conceitual</a:t>
            </a:r>
            <a:endParaRPr/>
          </a:p>
        </p:txBody>
      </p:sp>
      <p:graphicFrame>
        <p:nvGraphicFramePr>
          <p:cNvPr id="101" name="Google Shape;101;p19"/>
          <p:cNvGraphicFramePr/>
          <p:nvPr/>
        </p:nvGraphicFramePr>
        <p:xfrm>
          <a:off x="1356113" y="120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{107D8A39-D24A-41C7-9B9D-E8789E88BF68}</a:tableStyleId>
              </a:tblPr>
              <a:tblGrid>
                <a:gridCol w="1792925"/>
                <a:gridCol w="2319425"/>
                <a:gridCol w="23194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Conceito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Platonismo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Heidegger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Ser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Essência fixa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Evento temporal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Verdade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Adequação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Desocultamento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Mundo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Ilusório / secundário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Lugar do desvelar do Ser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Pensamento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Representação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Escuta do Ser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Filosofia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Conhecimento das Ideias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Retorno à questão do Ser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Erro fundamental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Esquecimento do Ser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Reabertura da questão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7. Fórmula Final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Platão ─→ Aristóteles ─→ Tomás ─→ Descartes ─→ Hegel ─→ Nietzsche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    (Ser = Essência)                      (Ser = Valor)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                            ↓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                    Heidegger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          (Reabertura da questão do Ser)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 Essenciais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HEIDEGGER, </a:t>
            </a:r>
            <a:r>
              <a:rPr i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 e Tempo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§§6, 44.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HEIDEGGER, </a:t>
            </a:r>
            <a:r>
              <a:rPr i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 à Metafísica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HEIDEGGER, </a:t>
            </a:r>
            <a:r>
              <a:rPr i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Doutrina de Platão sobre a Verdade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REALE, Giovanni. </a:t>
            </a:r>
            <a:r>
              <a:rPr i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História da Filosofia Contemporânea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VATTIMO, Gianni. </a:t>
            </a:r>
            <a:r>
              <a:rPr i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 a Heidegger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